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3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84" y="1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9562E8-7723-4B67-9917-727A5F0609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5163557-C7C0-4C85-A1BC-AE380E464B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D2D5C95-F122-457D-B5F7-162C3406DB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41353-05F3-4285-BC79-15AE6B91A876}" type="datetimeFigureOut">
              <a:rPr lang="es-MX" smtClean="0"/>
              <a:t>01/05/2025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00E7AFF-6E2D-41D2-8320-2BF22B5D6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EC419DE-4E36-4EE2-969B-A24554602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C7321-8976-469A-B149-B8D9895C184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60902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D467BD-47A9-4966-9128-01D1FBACB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BFEA063-C2C9-46A6-8FAF-A28F954904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D83A44A-A13E-4ABA-8FD7-2F24D8FA34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41353-05F3-4285-BC79-15AE6B91A876}" type="datetimeFigureOut">
              <a:rPr lang="es-MX" smtClean="0"/>
              <a:t>01/05/2025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61376D0-2DD2-4911-A1EF-C3B1F0F30C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799A157-6FA6-4C1D-B2F4-A1AF674D1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C7321-8976-469A-B149-B8D9895C184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688327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E79F75-C20A-4AC3-AD1A-FFCD5A6C6C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20E12A1-C6B3-465E-9431-6953FD4EF1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7C8C00D-51A4-4C80-AA15-F80C9BB33F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41353-05F3-4285-BC79-15AE6B91A876}" type="datetimeFigureOut">
              <a:rPr lang="es-MX" smtClean="0"/>
              <a:t>01/05/2025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5073F04-5AF9-4B48-89D6-1CD6318F7E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228CF77-5EF5-40A6-9E56-CA4365293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C7321-8976-469A-B149-B8D9895C184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226246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4A1679-FF7A-4174-BA9C-1E7C9BFDC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BB4595B-A1E7-4FD0-920C-5E8228F6BE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EFDF953-729B-4ED8-B966-25638FE4D8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F33F8D8-B289-4217-BDC8-7623D3C62A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41353-05F3-4285-BC79-15AE6B91A876}" type="datetimeFigureOut">
              <a:rPr lang="es-MX" smtClean="0"/>
              <a:t>01/05/2025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90F03DA-6CCF-41E1-A022-8FCE384F6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3F7306A-94A3-409B-A199-FCADE0020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C7321-8976-469A-B149-B8D9895C184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006485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C4F2FD-6DB4-4B0D-A8D4-61B7769DE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6DD4F87-E31E-476E-B7B3-C23BB70DB5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F6BC427-D761-41E8-9525-892E757391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50DEF11-C585-4245-BA58-09DC42ECD9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338F13E5-6E68-4198-A706-742EBC4A04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8A6465EF-F9B0-43BF-A253-4FDFAF2232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41353-05F3-4285-BC79-15AE6B91A876}" type="datetimeFigureOut">
              <a:rPr lang="es-MX" smtClean="0"/>
              <a:t>01/05/2025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E283561E-87C4-4FF4-9446-2EC4F59256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2EBB0A50-1279-4C25-8A18-FAC506FBA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C7321-8976-469A-B149-B8D9895C184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810552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4A6B79-2227-455B-90DE-8F88C6374A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5A0EA17-9ECD-4500-B576-7C20B91EE8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41353-05F3-4285-BC79-15AE6B91A876}" type="datetimeFigureOut">
              <a:rPr lang="es-MX" smtClean="0"/>
              <a:t>01/05/2025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831081E-D456-47F3-8DBF-4685272F4D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C134592-605C-437A-981F-E45C35D46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C7321-8976-469A-B149-B8D9895C184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439776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FB6CD86E-5808-44F8-B866-B3E592EF08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41353-05F3-4285-BC79-15AE6B91A876}" type="datetimeFigureOut">
              <a:rPr lang="es-MX" smtClean="0"/>
              <a:t>01/05/2025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7E33899-0DE6-44AF-AAA5-38329BF4D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1F48B5F-0D05-4176-8F03-142BD7705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C7321-8976-469A-B149-B8D9895C184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987710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3EC44A-86C3-4840-8E3F-F9F9E0B8F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9EEA3CF-D846-4709-A30F-10EC239761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18184FC-28E6-4D68-AE5E-8B2A0C2FE2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3A146F8-061E-42CE-919C-087772F34A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41353-05F3-4285-BC79-15AE6B91A876}" type="datetimeFigureOut">
              <a:rPr lang="es-MX" smtClean="0"/>
              <a:t>01/05/2025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7CB0651-F14D-49A1-97B4-21E6D599F8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BCDAB7F-68CB-412E-8968-A44570FFA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C7321-8976-469A-B149-B8D9895C184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187318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7B6C56-9448-47AA-BA30-5E391B8B03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70E723EA-BB5E-4068-9543-4AB626CA7B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00B278F-CED6-4569-841D-4D73FC6B33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FACAD22-CBEA-435A-AFDC-E88927504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41353-05F3-4285-BC79-15AE6B91A876}" type="datetimeFigureOut">
              <a:rPr lang="es-MX" smtClean="0"/>
              <a:t>01/05/2025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74625C6-1496-4059-AE05-92467CF40A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E7A9371-45CC-45AA-AE64-EEDC24512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C7321-8976-469A-B149-B8D9895C184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221675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7EF674-B605-41DB-9818-10F9FD11E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52C1387-CCE9-432B-9CB9-23B28C43CA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3574092-1556-4670-A3FF-D6B53D8BFF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41353-05F3-4285-BC79-15AE6B91A876}" type="datetimeFigureOut">
              <a:rPr lang="es-MX" smtClean="0"/>
              <a:t>01/05/2025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0DD66A3-EFCD-416E-B514-4691E3A3F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03201D4-FA66-4CFC-8D94-59FE6AD86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C7321-8976-469A-B149-B8D9895C184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351676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C1318C7-6631-4D9F-9105-ED1169B935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32F8E62-5715-4122-A893-3218CB1CD3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026E6C1-0648-4823-8872-00572B740A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41353-05F3-4285-BC79-15AE6B91A876}" type="datetimeFigureOut">
              <a:rPr lang="es-MX" smtClean="0"/>
              <a:t>01/05/2025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D3F36C0-EF70-48EF-946C-EE8D9B617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1B54262-3B71-4AED-AD18-11D35D8C2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C7321-8976-469A-B149-B8D9895C184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477204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344EC595-C818-438F-A233-565C00738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660871C-98B2-40E0-80E0-F8566339D0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ADD724C-767B-40D6-BC33-B28C61B736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B41353-05F3-4285-BC79-15AE6B91A876}" type="datetimeFigureOut">
              <a:rPr lang="es-MX" smtClean="0"/>
              <a:t>01/05/2025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474196C-6B7F-47F9-8394-52DC038BA9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D39B9A5-1158-4BE4-B9E0-2EE21FDB0E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0C7321-8976-469A-B149-B8D9895C184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92912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0C647B-9BDC-4038-9320-C7C1A88C8C4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/>
              <a:t>Validación de </a:t>
            </a:r>
            <a:r>
              <a:rPr lang="es-ES" dirty="0" err="1"/>
              <a:t>password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4677579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CD0C7E-AC0B-417F-BB83-E06DB6B32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Contraseñas diferentes</a:t>
            </a:r>
            <a:endParaRPr lang="es-MX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A0DE3478-5715-4EAA-A8B4-04832C0EB8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51941" y="2372291"/>
            <a:ext cx="9088118" cy="3258005"/>
          </a:xfrm>
        </p:spPr>
      </p:pic>
    </p:spTree>
    <p:extLst>
      <p:ext uri="{BB962C8B-B14F-4D97-AF65-F5344CB8AC3E}">
        <p14:creationId xmlns:p14="http://schemas.microsoft.com/office/powerpoint/2010/main" val="22704846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EB6574-1548-460E-9B4F-93EC3B4774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Contraseña con carácter no permitido</a:t>
            </a:r>
            <a:endParaRPr lang="es-MX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BAC267D8-7E53-4585-BB75-8E2191915F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23915" y="2515905"/>
            <a:ext cx="9744170" cy="3071435"/>
          </a:xfrm>
        </p:spPr>
      </p:pic>
    </p:spTree>
    <p:extLst>
      <p:ext uri="{BB962C8B-B14F-4D97-AF65-F5344CB8AC3E}">
        <p14:creationId xmlns:p14="http://schemas.microsoft.com/office/powerpoint/2010/main" val="28577767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81794C-4822-4E3A-964C-1B656CA205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Contraseñas iguales y correctas</a:t>
            </a:r>
            <a:endParaRPr lang="es-MX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EA89B18F-B31A-4F57-995E-97B29D07B7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51967" y="2372291"/>
            <a:ext cx="8888065" cy="3258005"/>
          </a:xfrm>
        </p:spPr>
      </p:pic>
    </p:spTree>
    <p:extLst>
      <p:ext uri="{BB962C8B-B14F-4D97-AF65-F5344CB8AC3E}">
        <p14:creationId xmlns:p14="http://schemas.microsoft.com/office/powerpoint/2010/main" val="104893969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246</TotalTime>
  <Words>14</Words>
  <Application>Microsoft Office PowerPoint</Application>
  <PresentationFormat>Panorámica</PresentationFormat>
  <Paragraphs>4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Tema de Office</vt:lpstr>
      <vt:lpstr>Validación de password</vt:lpstr>
      <vt:lpstr>Contraseñas diferentes</vt:lpstr>
      <vt:lpstr>Contraseña con carácter no permitido</vt:lpstr>
      <vt:lpstr>Contraseñas iguales y correctas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Validación de password</dc:title>
  <dc:creator>Jair Fernando García Macías</dc:creator>
  <cp:lastModifiedBy>Jair Fernando García Macías</cp:lastModifiedBy>
  <cp:revision>3</cp:revision>
  <dcterms:created xsi:type="dcterms:W3CDTF">2025-05-02T01:41:23Z</dcterms:created>
  <dcterms:modified xsi:type="dcterms:W3CDTF">2025-05-02T05:48:23Z</dcterms:modified>
</cp:coreProperties>
</file>